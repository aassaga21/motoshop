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0D1B35"/>
          </a:solidFill>
          <a:ln>
            <a:solidFill>
              <a:srgbClr val="0D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30861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164592"/>
            <a:ext cx="50292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822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1F5F9"/>
                </a:solidFill>
              </a:rPr>
              <a:t>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B82F6"/>
                </a:solidFill>
              </a:rPr>
              <a:t>MotoShop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Plateforme e-commerce déployée sur Kubernetes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703320"/>
            <a:ext cx="1371600" cy="292608"/>
          </a:xfrm>
          <a:prstGeom prst="rect">
            <a:avLst/>
          </a:prstGeom>
          <a:solidFill>
            <a:srgbClr val="0B1A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🐳 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3703320"/>
            <a:ext cx="1371600" cy="292608"/>
          </a:xfrm>
          <a:prstGeom prst="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☸  Kubernetes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6" y="3703320"/>
            <a:ext cx="1371600" cy="292608"/>
          </a:xfrm>
          <a:prstGeom prst="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⚛  React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9984" y="3703320"/>
            <a:ext cx="1371600" cy="292608"/>
          </a:xfrm>
          <a:prstGeom prst="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🐍  Flask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3703320"/>
            <a:ext cx="1371600" cy="292608"/>
          </a:xfrm>
          <a:prstGeom prst="rect">
            <a:avLst/>
          </a:prstGeom>
          <a:solidFill>
            <a:srgbClr val="311F0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🍃 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Projet DevOps  —  BTS / BUT / Licence Informatique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Alexandra Assaga  ·  Juin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6656832"/>
            <a:ext cx="5029200" cy="457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👥  Présentation de l'équipe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846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</a:rPr>
              <a:t>👩‍💻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14300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Alexandra Assaga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00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Lead DevOps &amp; Full-Stack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Responsabilités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1097280" cy="2743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14600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Architecture Kubernetes &amp;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62072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Développement Backend — Flask /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95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209544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Développement Frontend — React /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570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57016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Pipeline CI/CD &amp; scripts d'automatisation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044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04488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Documentation et déploiement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960120"/>
            <a:ext cx="585216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960120"/>
            <a:ext cx="54864" cy="28346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097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Répartition des tâches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89888"/>
            <a:ext cx="1097280" cy="2743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508760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55448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5544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API Flask + MongoDB + Routes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929384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97510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9751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React SPA + Nginx + 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350008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239572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3957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Dockerfiles + Images 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70632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81635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Kubernetes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8163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9 Manifests YAML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191256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323697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CI/CD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2369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Hook git + deploy.ps1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977639"/>
            <a:ext cx="58521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89320" y="3977639"/>
            <a:ext cx="54864" cy="14173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🔗  Dépôt GitHub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526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github.com/aassaga21/MotoShop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73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hub.docker.com/u/alexandraassaga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🎯  Contexte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114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🎯 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Déployer une app e-commerce complète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Garantir la persistance des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Reproductibilité du déploiement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Automatiser les mises à jour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960120"/>
            <a:ext cx="54864" cy="4114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🛒  Objectifs fonctionnels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Catalogue de 12 motos avec filtres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Fiche produit détaillée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Panier &amp; formulaire de commande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Page Contact (messages MongoDB)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289864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Dashboard Admin (commandes/clients)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3336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03336" y="960120"/>
            <a:ext cx="54864" cy="4114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⚙️  Objectifs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Conteneurisation avec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Orchestration avec Kubernetes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Persistance via PVC / PV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Gestion des secrets K8s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89864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Pipeline CI/CD automatisé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MOTOS CATALOGUE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PODS KUBERNETES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ROUTES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PAGES REACT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🌐  Architecture Globale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3931920" cy="685800"/>
          </a:xfrm>
          <a:prstGeom prst="rect">
            <a:avLst/>
          </a:prstGeom>
          <a:solidFill>
            <a:srgbClr val="16181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👤  Navigateur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http://localhost:30080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82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NodePort 30080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1005840"/>
          </a:xfrm>
          <a:prstGeom prst="rect">
            <a:avLst/>
          </a:prstGeom>
          <a:solidFill>
            <a:srgbClr val="0A1A3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POD 1  —  Frontend  (Namespace: ecommerce)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286000"/>
            <a:ext cx="7589520" cy="685800"/>
          </a:xfrm>
          <a:prstGeom prst="rect">
            <a:avLst/>
          </a:prstGeom>
          <a:solidFill>
            <a:srgbClr val="081324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3591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🌐  Nginx + React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Build statique Vite  ·  Port 80  ·  Proxy /api/ → backend-service:5000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45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ClusterIP  ·  backend-service:5000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11247120" cy="1234440"/>
          </a:xfrm>
          <a:prstGeom prst="rect">
            <a:avLst/>
          </a:prstGeom>
          <a:solidFill>
            <a:srgbClr val="051A1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POD 2  —  Backend + Base de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749039"/>
            <a:ext cx="3840480" cy="822960"/>
          </a:xfrm>
          <a:prstGeom prst="rect">
            <a:avLst/>
          </a:prstGeom>
          <a:solidFill>
            <a:srgbClr val="140D2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</a:rPr>
              <a:t>🐍  Flask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60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5000  ·  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⟺  localhost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749039"/>
            <a:ext cx="3840480" cy="822960"/>
          </a:xfrm>
          <a:prstGeom prst="rect">
            <a:avLst/>
          </a:prstGeom>
          <a:solidFill>
            <a:srgbClr val="021B1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🍃  MongoDB 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60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27017  ·  PVC /data/db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🔐  Secret K8s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mongouser / MongoPass2024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⚙  ConfigMap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MONGO_HOST · DB_NAME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💾  PV / PVC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1Gi · RWO · /data/db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🐳  Architecture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864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377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🌐  Image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alexandraassaga/moto-frontend:latest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55648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Base : node:20-alpine  →  nginx:alpine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0312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Build : npm run build  (Vite — multi-stage)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505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5059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Contient : SPA React + images statiques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79806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Port exposé : 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429000"/>
            <a:ext cx="54864" cy="2194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🐍  Image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alexandraassaga/moto-backend:latest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224528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Base : python:3.12-slim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7200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Contient : Flask, PyMongo, Flask-CORS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91947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Port exposé : 5000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66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26694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Démarrage : python app.py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960120"/>
            <a:ext cx="5669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960120"/>
            <a:ext cx="54864" cy="19202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051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💾  Volumes &amp; Persistance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508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volumes: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830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  - name: mongo-data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57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    persistentVolumeClaim: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      claimName: mongo-pvc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# Montage : /data/db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# Capacité : 1Gi  · ReadWriteOnce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971800"/>
            <a:ext cx="566928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2971800"/>
            <a:ext cx="54864" cy="26517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063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✅  Avantages de la conteneurisation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930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349300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Isolation complète des dépendances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8404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3840480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Reproductibilité : même comportement Dev/Prod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1879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4187952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Images versionées sur Docker Hub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354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4535424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Déploiement déclaratif via Kubernetes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8289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488289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Mise à l'échelle simplifiée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⚙️  Choix Techniques Justifiés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231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Isolation · Portabilité
Images reproductibles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399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399" y="960120"/>
            <a:ext cx="54864" cy="2423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☸️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1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1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Orchestration · Self-healing
Gestion des ressources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8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58" y="96012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58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0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MongoDB 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0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NoSQL flexible · Schéma
dynamique pour produits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566160"/>
            <a:ext cx="54864" cy="24231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React 18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SPA moderne · Build rapide
Composants réutilisables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399" y="356616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1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Python Flask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1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API REST légère
Intégration PyMongo native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58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58" y="3566160"/>
            <a:ext cx="54864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8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0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Secrets K8s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0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Credentials base64
Séparation config /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🐳  Démonstration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560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📦  Conteneurs en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9728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Conteneur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508760"/>
            <a:ext cx="182880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5453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64008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4533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08760"/>
            <a:ext cx="137160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5453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Rôle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8562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moto-backend:latest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856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856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API 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21408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mongo:7.0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27017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Base de données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05456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moto-frontend:latest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624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SPA + Nginx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89504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65760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57600"/>
            <a:ext cx="54864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4903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🔗  Communication inter-conteneurs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251960"/>
            <a:ext cx="1097280" cy="640080"/>
          </a:xfrm>
          <a:prstGeom prst="rect">
            <a:avLst/>
          </a:prstGeom>
          <a:solidFill>
            <a:srgbClr val="050D1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Nginx
:80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→  /api/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251960"/>
            <a:ext cx="1097280" cy="640080"/>
          </a:xfrm>
          <a:prstGeom prst="rect">
            <a:avLst/>
          </a:prstGeom>
          <a:solidFill>
            <a:srgbClr val="0D091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Flask
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→ localhost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251960"/>
            <a:ext cx="1097280" cy="640080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MongoDB
:27017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983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Flask et MongoDB partagent le même pod → communication via localhost (pas de réseau externe)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960120"/>
            <a:ext cx="585216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960120"/>
            <a:ext cx="54864" cy="48006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💻  Commandes Docker utilisées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15087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Build image 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1783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build -t alexandraassaga/moto-backend:latest ./backend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331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Push sur Docker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push alexandraassaga/moto-backend:latest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154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Build multi-stage frontend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429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build -t alexandraassaga/moto-frontend:latest ./frontend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977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Vérifier les pods K8s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251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kubectl get pods -n ecommerce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800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Logs du container Flask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074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kubectl logs deployment/backend -c flask -n ecommerce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☸  Architecture du Cluster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688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🖥️  Environnement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81328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Cluster : Docker Desktop (single-node)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Version Kubernetes : 1.34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76272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Namespace :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3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23744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Nœud : docker-desktop  (IP 192.168.65.3)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871216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Accès : http://localhost:30080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20440"/>
            <a:ext cx="53035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520440"/>
            <a:ext cx="54864" cy="2194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📊  Ressources allouées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41648"/>
            <a:ext cx="128016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Conteneur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4041648"/>
            <a:ext cx="210312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0690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RAM (req→limit)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041648"/>
            <a:ext cx="164592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0690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CPU (req→limit)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525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flask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128Mi → 256Mi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352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100m → 300m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00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mongodb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700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256Mi → 512Mi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000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200m → 500m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047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64Mi → 128Mi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50m → 100m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960120"/>
            <a:ext cx="585216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960120"/>
            <a:ext cx="54864" cy="4800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🏗️  Objets Kubernetes déployés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508760"/>
            <a:ext cx="1737360" cy="475488"/>
          </a:xfrm>
          <a:prstGeom prst="rect">
            <a:avLst/>
          </a:prstGeom>
          <a:solidFill>
            <a:srgbClr val="050D1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156362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600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backend · frontend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103120"/>
            <a:ext cx="1737360" cy="475488"/>
          </a:xfrm>
          <a:prstGeom prst="rect">
            <a:avLst/>
          </a:prstGeom>
          <a:solidFill>
            <a:srgbClr val="00121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215798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194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ClusterIP + NodePort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697480"/>
            <a:ext cx="1737360" cy="475488"/>
          </a:xfrm>
          <a:prstGeom prst="rect">
            <a:avLst/>
          </a:prstGeom>
          <a:solidFill>
            <a:srgbClr val="0D091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4768" y="275234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ConfigMap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app-config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291840"/>
            <a:ext cx="1737360" cy="475488"/>
          </a:xfrm>
          <a:prstGeom prst="rect">
            <a:avLst/>
          </a:prstGeom>
          <a:solidFill>
            <a:srgbClr val="180F0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334670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Secret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3383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mongo-secret (base64)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886200"/>
            <a:ext cx="1737360" cy="475488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394106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PersistentVolume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3977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mongo-pv · storageClass: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480560"/>
            <a:ext cx="1737360" cy="475488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4768" y="453542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PersistentVolumeClaim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4572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mongo-pvc · 1Gi · ReadWriteOnce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📄  Déploiement Kubernetes — Manifests 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8640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800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backend-deployment.yaml  (extrait clé)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apiVersion: apps/v1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spec: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31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replicas: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strategy: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type: Recreate    # crucial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containers: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5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</a:rPr>
              <a:t>  - name: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112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image: alexandraassaga/moto-backend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resources: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  limits: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793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      memory: "256Mi"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5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      cpu: "300m"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1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- name: 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47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image: mongo:7.0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volumeMounts: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59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    - mountPath: /data/db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960120"/>
            <a:ext cx="58521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960120"/>
            <a:ext cx="54864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secret.yaml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4173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6642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type: Opaque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91109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data: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5798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MONGO_USERNAME: bW9uZ291c2Vy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4048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MONGO_PASSWORD: TW9uZ29QYXNz...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788920"/>
            <a:ext cx="58521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788920"/>
            <a:ext cx="54864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880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mongo-pvc.yaml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PersistentVolumeClaim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4930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spec: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73989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accessModes: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98678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- ReadWriteOnce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336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resources: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48056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requests: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2744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  storage: 1Gi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617720"/>
            <a:ext cx="5852160" cy="1143000"/>
          </a:xfrm>
          <a:prstGeom prst="rect">
            <a:avLst/>
          </a:prstGeom>
          <a:solidFill>
            <a:srgbClr val="1A12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681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Pourquoi strategy: Recreate 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 et MongoDB partagent un PVC ReadWriteOnce.
Avec RollingUpdate, 2 pods montent le même volume → conflit mongod.lock.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🔌  Pods &amp; Services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1371600"/>
          </a:xfrm>
          <a:prstGeom prst="rect">
            <a:avLst/>
          </a:prstGeom>
          <a:solidFill>
            <a:srgbClr val="05102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POD —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4572000" cy="822960"/>
          </a:xfrm>
          <a:prstGeom prst="rect">
            <a:avLst/>
          </a:prstGeom>
          <a:solidFill>
            <a:srgbClr val="0818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🌐  nginx:alpine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80  ·  SPA React statique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5303520" cy="1920240"/>
          </a:xfrm>
          <a:prstGeom prst="rect">
            <a:avLst/>
          </a:prstGeom>
          <a:solidFill>
            <a:srgbClr val="08181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POD — backend  (2 conteneurs — même pod)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2103120" cy="1371600"/>
          </a:xfrm>
          <a:prstGeom prst="rect">
            <a:avLst/>
          </a:prstGeom>
          <a:solidFill>
            <a:srgbClr val="0B071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🐍  Flask
API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5000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880360"/>
            <a:ext cx="2103120" cy="1371600"/>
          </a:xfrm>
          <a:prstGeom prst="rect">
            <a:avLst/>
          </a:prstGeom>
          <a:solidFill>
            <a:srgbClr val="010E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🍃  MongoDB
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27017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918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⟺  localhost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26280"/>
            <a:ext cx="53035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526280"/>
            <a:ext cx="54864" cy="1280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🔗  Services exposés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2286000" cy="594360"/>
          </a:xfrm>
          <a:prstGeom prst="rect">
            <a:avLst/>
          </a:prstGeom>
          <a:solidFill>
            <a:srgbClr val="10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frontend-service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NodePort  ·  30080 → 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5029200"/>
            <a:ext cx="2286000" cy="594360"/>
          </a:xfrm>
          <a:prstGeom prst="rect">
            <a:avLst/>
          </a:prstGeom>
          <a:solidFill>
            <a:srgbClr val="1014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backend-service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4952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ClusterIP  ·  5000 → 5000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960120"/>
            <a:ext cx="585216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960120"/>
            <a:ext cx="54864" cy="48463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📡  Découverte de services &amp;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15087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Nginx proxifie /api/ vers backend-service:5000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185623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Flask accède à MongoDB via localhost:27017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220370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(même pod = réseau partagé, pas de latence réseau)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55117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DNS K8s interne : backend-service.ecommerce.svc.cluster.local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289864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Accès externe navigateur : http://localhost:30080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461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24612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readinessProbe Flask : GET /api/health (delay 30s)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977639"/>
            <a:ext cx="5577840" cy="1691640"/>
          </a:xfrm>
          <a:prstGeom prst="rect">
            <a:avLst/>
          </a:prstGeom>
          <a:solidFill>
            <a:srgbClr val="0810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60520"/>
            <a:ext cx="960120" cy="731520"/>
          </a:xfrm>
          <a:prstGeom prst="rect">
            <a:avLst/>
          </a:prstGeom>
          <a:solidFill>
            <a:srgbClr val="0B0D0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Navigateur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4160520"/>
            <a:ext cx="960120" cy="731520"/>
          </a:xfrm>
          <a:prstGeom prst="rect">
            <a:avLst/>
          </a:prstGeom>
          <a:solidFill>
            <a:srgbClr val="130C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NodePort
30080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4160520"/>
            <a:ext cx="960120" cy="731520"/>
          </a:xfrm>
          <a:prstGeom prst="rect">
            <a:avLst/>
          </a:prstGeom>
          <a:solidFill>
            <a:srgbClr val="040A1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Nginx
:80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 /api/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35640" y="4160520"/>
            <a:ext cx="960120" cy="731520"/>
          </a:xfrm>
          <a:prstGeom prst="rect">
            <a:avLst/>
          </a:prstGeom>
          <a:solidFill>
            <a:srgbClr val="0B071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3564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</a:rPr>
              <a:t>Flask
:5000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4148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4400" y="4160520"/>
            <a:ext cx="960120" cy="731520"/>
          </a:xfrm>
          <a:prstGeom prst="rect">
            <a:avLst/>
          </a:prstGeom>
          <a:solidFill>
            <a:srgbClr val="010E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4440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MongoDB
:27017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📊  Pod Monitoring — Prometheus &amp; Grafana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4846320"/>
          </a:xfrm>
          <a:prstGeom prst="rect">
            <a:avLst/>
          </a:prstGeom>
          <a:solidFill>
            <a:srgbClr val="0810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POD — monitoring-pod  (Namespace: ecommerce)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4572000" cy="1554480"/>
          </a:xfrm>
          <a:prstGeom prst="rect">
            <a:avLst/>
          </a:prstGeom>
          <a:solidFill>
            <a:srgbClr val="1810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📡  Prometheus v2.52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828800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Collecte &amp; stocke les métriques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76272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Scrape les pods du namespace ecommerce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23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523744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Port 9090  ·  NodePort 30900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626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⟺  localhost  (réseau partagé du pod)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4572000" cy="1554480"/>
          </a:xfrm>
          <a:prstGeom prst="rect">
            <a:avLst/>
          </a:prstGeom>
          <a:solidFill>
            <a:srgbClr val="04140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📈  Grafana 10.4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85615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785615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Dashboards de visualisation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3308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133087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Datasource : http://localhost:9090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80559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480559"/>
            <a:ext cx="3950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Port 3000  ·  NodePort 30300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960120"/>
            <a:ext cx="58521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960120"/>
            <a:ext cx="54864" cy="2331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051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⚡  Pourquoi 1 seul pod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630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146304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Grafana ↔ Prometheus via localhost (0 latence)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105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81051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Pas de DNS inter-service nécessaire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579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15798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ConfigMap monte prometheus.yml dans Prometheus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0545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50545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emptyDir pour stockage temporaire des métriques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383280"/>
            <a:ext cx="585216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338328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474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🌐  Déploiement &amp; Accès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Appliquer les 3 manifests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k8s/monitoring-configmap.yaml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k8s/monitoring-pod.yaml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k8s/monitoring-service.yaml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Accès (port-forward recommandé)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kubectl port-forward pod/monitoring-pod 3000:3000 -n ecommerce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Grafana → http://localhost:3000  (admin / admin123)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Prometheus → http://localhost:9090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391363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Appliquer les 3 manifests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16052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k8s/monitoring-configmap.yaml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407408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k8s/monitoring-pod.yaml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654296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kubectl apply -f k8s/monitoring-service.yaml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14807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Accès Grafana (admin / admin123)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39496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kubectl port-forward pod/monitoring-pod 3000:3000 \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641848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  -n ecommerce   →  http://localhost:3000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888736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# Prometheus  →  http://localhost:9090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▶  Démonstration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38912" cy="685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6984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960120"/>
            <a:ext cx="5303520" cy="685800"/>
          </a:xfrm>
          <a:prstGeom prst="rect">
            <a:avLst/>
          </a:prstGeom>
          <a:solidFill>
            <a:srgbClr val="040A1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0058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Accès au 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07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http://localhost:30080 — 12 motos avec filtres
Naked · Sport · Trail · Cruiser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438912" cy="685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5303520" cy="685800"/>
          </a:xfrm>
          <a:prstGeom prst="rect">
            <a:avLst/>
          </a:prstGeom>
          <a:solidFill>
            <a:srgbClr val="000E1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874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Fiche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 sur une moto → modal :
moteur, puissance, poids, vitesse max, prix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438912" cy="6858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80720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97480"/>
            <a:ext cx="5303520" cy="685800"/>
          </a:xfrm>
          <a:prstGeom prst="rect">
            <a:avLst/>
          </a:prstGeom>
          <a:solidFill>
            <a:srgbClr val="0B071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432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Panier &amp; commande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44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Ajout au panier → sidebar → formulaire client
POST /api/orders → toast de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438912" cy="685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67588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5303520" cy="685800"/>
          </a:xfrm>
          <a:prstGeom prst="rect">
            <a:avLst/>
          </a:prstGeom>
          <a:solidFill>
            <a:srgbClr val="130C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118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Page 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13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Formulaire (Nom/Email/Sujet/Message)
POST /api/contact → sauvegarde MongoDB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34840"/>
            <a:ext cx="438912" cy="685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54456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34840"/>
            <a:ext cx="5303520" cy="685800"/>
          </a:xfrm>
          <a:prstGeom prst="rect">
            <a:avLst/>
          </a:prstGeom>
          <a:solidFill>
            <a:srgbClr val="010E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805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 Admin  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Stats CA · Gestion statuts commandes
Historique complet par client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960120"/>
            <a:ext cx="54864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960120"/>
            <a:ext cx="54864" cy="30175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📡  Routes API Flask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50876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5453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545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/api/products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545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Catalogue motos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87452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1109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19110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/api/products/:id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19110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Fiche produit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240280"/>
            <a:ext cx="658368" cy="310896"/>
          </a:xfrm>
          <a:prstGeom prst="rect">
            <a:avLst/>
          </a:prstGeom>
          <a:solidFill>
            <a:srgbClr val="050D1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27685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Créer commande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60604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64261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2642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642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 : liste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971800"/>
            <a:ext cx="658368" cy="310896"/>
          </a:xfrm>
          <a:prstGeom prst="rect">
            <a:avLst/>
          </a:prstGeom>
          <a:solidFill>
            <a:srgbClr val="180F0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00837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PATCH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3008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/api/orders/:id/status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3008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Changer statut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337560"/>
            <a:ext cx="658368" cy="310896"/>
          </a:xfrm>
          <a:prstGeom prst="rect">
            <a:avLst/>
          </a:prstGeom>
          <a:solidFill>
            <a:srgbClr val="050D1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33741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POST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374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/api/contact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374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Message contact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70332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73989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37398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/api/health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37398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Health check K8s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4069080"/>
            <a:ext cx="54864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55080" y="4069080"/>
            <a:ext cx="54864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Test de persistance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5720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9712" y="457200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Suppression du pod backend → recréé automatiquement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4919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491947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Données MongoDB conservées grâce au PVC (1Gi)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5266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39712" y="526694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Flask re-seed si collection vide (12 produits)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⚠  Difficultés Rencontrées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600200"/>
          </a:xfrm>
          <a:prstGeom prst="rect">
            <a:avLst/>
          </a:prstGeom>
          <a:solidFill>
            <a:srgbClr val="13050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🔒  Conflit mongod.lock (CrashLoopBackOff)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RollingUpdate crée un nouveau pod avant de supprimer l'ancien → 2 pods montent le même PVC → verrou bloqué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960120"/>
            <a:ext cx="5669280" cy="1600200"/>
          </a:xfrm>
          <a:prstGeom prst="rect">
            <a:avLst/>
          </a:prstGeom>
          <a:solidFill>
            <a:srgbClr val="130C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💥  OOM Kill — exit code 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Lancer mongosh dans le conteneur MongoDB (512Mi) en plus de mongod dépasse la limite mémoire → SIGKILL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669280" cy="1600200"/>
          </a:xfrm>
          <a:prstGeom prst="rect">
            <a:avLst/>
          </a:prstGeom>
          <a:solidFill>
            <a:srgbClr val="130C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👤  User MongoDB inexistant (UserNotFound)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MONGO_INITDB_* ne fonctionne que sur un volume VIDE. rm -rf /data/db/* ne supprime pas les fichiers cachés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51760"/>
            <a:ext cx="5669280" cy="1600200"/>
          </a:xfrm>
          <a:prstGeom prst="rect">
            <a:avLst/>
          </a:prstGeom>
          <a:solidFill>
            <a:srgbClr val="000E10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🖼️  Images motos invisibles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Noms de fichiers avec majuscules/espaces (Windows) — Linux est sensible à la casse → Nginx retourne 404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669280" cy="1600200"/>
          </a:xfrm>
          <a:prstGeom prst="rect">
            <a:avLst/>
          </a:prstGeom>
          <a:solidFill>
            <a:srgbClr val="0B0713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🔗  Hook git installé au mauvais endroit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Racine git à C:\Users\alexa\ (parent de k8s-demo) → hook créé dans un .git\ inexistant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5669280" cy="1600200"/>
          </a:xfrm>
          <a:prstGeom prst="rect">
            <a:avLst/>
          </a:prstGeom>
          <a:solidFill>
            <a:srgbClr val="040A1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⏱️  Race condition Flask / 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 tente la connexion avant que MongoDB soit prêt → boucle d'erreurs d'authentification (30 tentatives)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✅  Solutions Apportées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600200"/>
          </a:xfrm>
          <a:prstGeom prst="rect">
            <a:avLst/>
          </a:prstGeom>
          <a:solidFill>
            <a:srgbClr val="000B0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 strategy: Recreate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Ajouté dans le Deployment backend → ancien pod supprimé AVANT le nouveau → PVC libéré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960120"/>
            <a:ext cx="5669280" cy="1600200"/>
          </a:xfrm>
          <a:prstGeom prst="rect">
            <a:avLst/>
          </a:prstGeom>
          <a:solidFill>
            <a:srgbClr val="000B0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 Bypass via container 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python3 -c avec PyMongo déjà chargé au lieu de mongosh → 0 mémoire supplémentaire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669280" cy="1600200"/>
          </a:xfrm>
          <a:prstGeom prst="rect">
            <a:avLst/>
          </a:prstGeom>
          <a:solidFill>
            <a:srgbClr val="000A0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✅  Création manuelle du user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Pod temporaire mongod --noauth + getSiblingDB('admin').createUser() (--eval incompatible avec use admin)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51760"/>
            <a:ext cx="5669280" cy="1600200"/>
          </a:xfrm>
          <a:prstGeom prst="rect">
            <a:avLst/>
          </a:prstGeom>
          <a:solidFill>
            <a:srgbClr val="000A0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✅  Convention kebab-case minuscules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Renommage des images (bmw-r1250gs.jpg) + rebuild Docker frontend pour inclure les nouveaux noms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669280" cy="1600200"/>
          </a:xfrm>
          <a:prstGeom prst="rect">
            <a:avLst/>
          </a:prstGeom>
          <a:solidFill>
            <a:srgbClr val="08050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✅  git rev-parse --show-toplevel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Détection automatique de la vraie racine git dans install-hook.ps1 → hook installé au bon endroit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5669280" cy="1600200"/>
          </a:xfrm>
          <a:prstGeom prst="rect">
            <a:avLst/>
          </a:prstGeom>
          <a:solidFill>
            <a:srgbClr val="0E09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✅  find -mindepth 1 -delete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Supprime TOUS les fichiers y compris les cachés → MONGO_INITDB_* peut s'exécuter sur volume vide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📊  Bilan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206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🎯  Objectifs atteints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Application e-commerce fonctionnelle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2/2 pods Running en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Persistance MongoDB validée (PVC)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CI/CD via hook git automatisé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Pages Contact &amp; Admin opérationnelles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2735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27355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Code versioné sur 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960120"/>
            <a:ext cx="54864" cy="4206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📚  Compétences acquises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Conteneurisation Docker avancée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Orchestration Kubernetes (9 manifests)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Gestion Secrets / ConfigMaps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Débogage de pods en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Scripting PowerShell &amp; bash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2735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327355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Pipeline CI/CD 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960120"/>
            <a:ext cx="54864" cy="42062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💡  Valeur ajoutée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594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Architecture microservices réelle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Pattern sidecar Flask + MongoDB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594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Workflow DevOps de bout en bout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991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9594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Documentation README exhaustive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Présentation HTML + PowerPoint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PODS RUNNING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3552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73552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3552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MANIFESTS YAML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27064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7064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27064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ROUTES API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0576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0576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Auto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CI/CD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🚀  Perspectives d'Amélioration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231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🔄  CI/CD avancé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Runner GitHub Actions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Tests Pytest / Jest automatisés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Analyse 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Versionning sémantique des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399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399" y="960120"/>
            <a:ext cx="54864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1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📊 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1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3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✓ Prometheus + Grafana (implémenté)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1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3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Alerting automatique sur les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1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3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Métriques 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1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3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Logs centralisés (ELK Stack)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8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58" y="960120"/>
            <a:ext cx="54864" cy="2423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0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📈  Scalabilité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2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Horizontal Pod Autoscaler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2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MongoDB ReplicaSet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2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Cluster multi-nœuds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2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Ingress Nginx (Load Balancer)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566160"/>
            <a:ext cx="54864" cy="24231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🔐  Sécurité renforcée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HTTPS / TLS (cert-manager)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Authentification JWT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Network Policies K8s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HashiCorp Vault pour secrets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399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399" y="3566160"/>
            <a:ext cx="54864" cy="24231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07991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☁️  Déploiement Cloud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07991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4023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GKE / EKS / AKS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1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4023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Infrastructure as Code (Terraform)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7991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4023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CDN pour assets statiques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7991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4023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Backup MongoDB automatisé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66758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66758" y="356616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31350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🛠️  Fonctionnalités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31350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87382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Authentification utilisateurs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31350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87382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Paiement Stripe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1350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7382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Notifications email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31350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87382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Application mobile React Native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D1B35"/>
          </a:solidFill>
          <a:ln>
            <a:solidFill>
              <a:srgbClr val="0D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82880"/>
            <a:ext cx="5760720" cy="5486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5029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1F5F9"/>
                </a:solidFill>
              </a:rP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1F5F9"/>
                </a:solidFill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Projet DevOps  —  MotoShop E-Commerce Kubernetes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926080"/>
            <a:ext cx="1371600" cy="292608"/>
          </a:xfrm>
          <a:prstGeom prst="rect">
            <a:avLst/>
          </a:prstGeom>
          <a:solidFill>
            <a:srgbClr val="0B1A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🐳 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2926080"/>
            <a:ext cx="1371600" cy="292608"/>
          </a:xfrm>
          <a:prstGeom prst="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☸  Kubernetes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0096" y="2926080"/>
            <a:ext cx="1371600" cy="292608"/>
          </a:xfrm>
          <a:prstGeom prst="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⚛  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2926080"/>
            <a:ext cx="1371600" cy="292608"/>
          </a:xfrm>
          <a:prstGeom prst="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🐍  Flask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2926080"/>
            <a:ext cx="1371600" cy="292608"/>
          </a:xfrm>
          <a:prstGeom prst="rect">
            <a:avLst/>
          </a:prstGeom>
          <a:solidFill>
            <a:srgbClr val="311F0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🍃  MongoDB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703320"/>
            <a:ext cx="66751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3703320"/>
            <a:ext cx="54864" cy="15087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7947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📎  Ressources du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20624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1F5F9"/>
                </a:solidFill>
              </a:rPr>
              <a:t>🐙  github.com/aassaga21/MotoShop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079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🐳  hub.docker.com/u/alexandraassaga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5349240"/>
            <a:ext cx="5760720" cy="822960"/>
          </a:xfrm>
          <a:prstGeom prst="rect">
            <a:avLst/>
          </a:prstGeom>
          <a:solidFill>
            <a:srgbClr val="08152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545896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❓  Questions du jury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6656832"/>
            <a:ext cx="576072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